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3595" autoAdjust="0"/>
  </p:normalViewPr>
  <p:slideViewPr>
    <p:cSldViewPr snapToGrid="0" snapToObjects="1">
      <p:cViewPr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730-4EA3-8182-C73DE44F383A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30-4EA3-8182-C73DE44F383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30-4EA3-8182-C73DE44F383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30-4EA3-8182-C73DE44F383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730-4EA3-8182-C73DE44F3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424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424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Loyal (10+ orders)</c:v>
                </c:pt>
                <c:pt idx="1">
                  <c:v>Returning (2–10)</c:v>
                </c:pt>
                <c:pt idx="2">
                  <c:v>New (1 order)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3C-4B5E-9D47-C038048014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24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656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338560" y="5120640"/>
            <a:ext cx="2377440" cy="237744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transaction data into insights for marketing, retention, and product strategy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128016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PostgreSQL  •  Power BI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Stakeholder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3,900 retail transactions to uncover purchasing patterns and customer segments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21031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1031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6364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Amount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783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15400" y="21031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5256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690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303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values, engineered features in Python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44348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66360" y="4690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Analyze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26280" y="5303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business questions with PostgreSQL / SQL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44348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75320" y="46908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7532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915400" y="4690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75320" y="5303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Power BI dashboard for stakeholders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Power BI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interactive dashboard tracks these KPIs for the whole team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26099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5243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0963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26099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35243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29000" y="180963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Amount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26099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35243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180963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26099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135243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06840" y="180963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Customers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75004" y="2240277"/>
            <a:ext cx="9838944" cy="4617723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13" y="2413137"/>
            <a:ext cx="7989693" cy="433848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825329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subscription status, gender, category, and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Revenue Comes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one category and one customer group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69258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17920" y="123385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138160" y="1206418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comes from Clothing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$104,262 — the top category, more than Accessories, Footwear and Outerwear combined with the next tier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2989498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0" y="315409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138160" y="3126658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male customers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$157,890 vs. $75,191 from female customers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89320" y="4909738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0" y="507433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$18,524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138160" y="5046898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— the lowest-revenue category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an opportunity to diversify beyond Clothing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Runs Deep, Subscriptions Don't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drive the business, but most high spenders aren't subscribed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Segment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51206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290487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17920" y="1455079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138160" y="1427647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Loyal repeat buyers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of 3,900 customers have placed more than 10 orders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3210727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0" y="3375319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138160" y="3347887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non-subscribers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$170,436 vs. $62,645 from subscribers — subscription isn't capturing top spenders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89320" y="5130967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0" y="5295559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$60.48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138160" y="5268127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 for Express shipping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Standard shipping ($58.46) — faster delivery correlates with bigger baskets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 to grow revenue, engagement, and retention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beyond Clothing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Clothing while building targeted promotions for Outerwear to reduce reliance on one category.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underperforming products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69480" y="225856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low Shirt sales and ratings; protect Blouse and Gloves demand with inventory and promotion.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566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subscription offer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95020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subscriber benefits — non-subscribers currently drive 73% of revenue.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3832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3566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loyal customers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395020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points and personalized offers for the 80% of customers who are repeat buyers.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5330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5257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customers to Express shipping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64184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free Express shipping above a spend threshold to lift average order value.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291840" cy="329184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937760"/>
            <a:ext cx="2926080" cy="292608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recommendations, prioritize with the marketing and product teams, and track impact via the Power BI dashboard.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128016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analysis: Python (EDA) • PostgreSQL (SQL queries) • Power BI (dashboard) • GitHub (documentation)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466</Words>
  <Application>Microsoft Office PowerPoint</Application>
  <PresentationFormat>Widescreen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kausarat Giwa</cp:lastModifiedBy>
  <cp:revision>2</cp:revision>
  <dcterms:created xsi:type="dcterms:W3CDTF">2026-07-12T18:48:19Z</dcterms:created>
  <dcterms:modified xsi:type="dcterms:W3CDTF">2026-07-12T18:53:10Z</dcterms:modified>
</cp:coreProperties>
</file>